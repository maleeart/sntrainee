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5" r:id="rId2"/>
    <p:sldMasterId id="2147483682" r:id="rId3"/>
  </p:sldMasterIdLst>
  <p:notesMasterIdLst>
    <p:notesMasterId r:id="rId9"/>
  </p:notesMasterIdLst>
  <p:sldIdLst>
    <p:sldId id="256" r:id="rId4"/>
    <p:sldId id="307" r:id="rId5"/>
    <p:sldId id="336" r:id="rId6"/>
    <p:sldId id="337" r:id="rId7"/>
    <p:sldId id="335" r:id="rId8"/>
  </p:sldIdLst>
  <p:sldSz cx="12192000" cy="6858000"/>
  <p:notesSz cx="7315200" cy="96012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526D9C"/>
    <a:srgbClr val="5773A3"/>
    <a:srgbClr val="000000"/>
    <a:srgbClr val="FFF2CC"/>
    <a:srgbClr val="034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942" autoAdjust="0"/>
  </p:normalViewPr>
  <p:slideViewPr>
    <p:cSldViewPr snapToGrid="0">
      <p:cViewPr varScale="1">
        <p:scale>
          <a:sx n="71" d="100"/>
          <a:sy n="71" d="100"/>
        </p:scale>
        <p:origin x="10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2689495-D422-4FF6-A8A7-26B5588C2FAB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B853689-9816-4FAF-983F-9D85BFA348D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87588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53689-9816-4FAF-983F-9D85BFA348D3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3358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53689-9816-4FAF-983F-9D85BFA348D3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68294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921C-566A-D858-9EA6-EB94FCEF1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797BA-7779-840B-FA70-73376C831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0D275-7576-B8ED-017C-10755BD2D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ED584-3254-81F5-533A-EFD3E78BF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53689-9816-4FAF-983F-9D85BFA348D3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25865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6A5D2-A3A2-8940-BD63-FD92435B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3044F-5C9C-CEA1-1E27-74970ED22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FEAB0-BD65-C5E0-A6F9-AC0023E0E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84C5D-8ABB-F00E-2DD6-E817AE498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53689-9816-4FAF-983F-9D85BFA348D3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486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รูปภาพ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" y="0"/>
            <a:ext cx="12176242" cy="68668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8933" y="3132666"/>
            <a:ext cx="6045200" cy="1122363"/>
          </a:xfrm>
        </p:spPr>
        <p:txBody>
          <a:bodyPr anchor="b">
            <a:normAutofit/>
          </a:bodyPr>
          <a:lstStyle>
            <a:lvl1pPr algn="r"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5133" y="4629151"/>
            <a:ext cx="4699000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03600" y="6356350"/>
            <a:ext cx="601133" cy="365125"/>
          </a:xfrm>
        </p:spPr>
        <p:txBody>
          <a:bodyPr/>
          <a:lstStyle/>
          <a:p>
            <a:fld id="{02BF7757-A871-4574-8623-609AA16FDAF6}" type="datetime1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56350"/>
            <a:ext cx="4114800" cy="365125"/>
          </a:xfrm>
        </p:spPr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2253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13" r="29"/>
          <a:stretch/>
        </p:blipFill>
        <p:spPr>
          <a:xfrm rot="20528334">
            <a:off x="6644266" y="-250899"/>
            <a:ext cx="404660" cy="7377352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ectangle 9"/>
          <p:cNvSpPr/>
          <p:nvPr userDrawn="1"/>
        </p:nvSpPr>
        <p:spPr>
          <a:xfrm>
            <a:off x="453224" y="503520"/>
            <a:ext cx="11282901" cy="5917942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606" y="-414088"/>
            <a:ext cx="1371454" cy="1371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4267"/>
            <a:ext cx="10515600" cy="9964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5223C-0971-4429-9559-0A1E6761F75F}" type="datetime1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639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13" r="29"/>
          <a:stretch/>
        </p:blipFill>
        <p:spPr>
          <a:xfrm rot="20528334">
            <a:off x="6644266" y="-250899"/>
            <a:ext cx="404660" cy="7377352"/>
          </a:xfrm>
          <a:prstGeom prst="rect">
            <a:avLst/>
          </a:prstGeom>
        </p:spPr>
      </p:pic>
      <p:sp>
        <p:nvSpPr>
          <p:cNvPr id="7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 userDrawn="1"/>
        </p:nvSpPr>
        <p:spPr>
          <a:xfrm>
            <a:off x="453224" y="503520"/>
            <a:ext cx="11282901" cy="5917942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606" y="-414088"/>
            <a:ext cx="1371454" cy="137145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C4BF-D5ED-4D57-836D-2F1167DC2A85}" type="datetime1">
              <a:rPr lang="th-TH" smtClean="0"/>
              <a:t>08/07/69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07600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78" r="112"/>
          <a:stretch/>
        </p:blipFill>
        <p:spPr>
          <a:xfrm rot="20528334">
            <a:off x="6645294" y="-244359"/>
            <a:ext cx="394654" cy="7372223"/>
          </a:xfrm>
          <a:prstGeom prst="rect">
            <a:avLst/>
          </a:prstGeom>
        </p:spPr>
      </p:pic>
      <p:sp>
        <p:nvSpPr>
          <p:cNvPr id="10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/>
          <p:cNvSpPr/>
          <p:nvPr userDrawn="1"/>
        </p:nvSpPr>
        <p:spPr>
          <a:xfrm>
            <a:off x="453224" y="524786"/>
            <a:ext cx="11282901" cy="5748793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2" name="รูปภาพ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693" y="-27327"/>
            <a:ext cx="1620307" cy="6375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4267"/>
            <a:ext cx="10515600" cy="9964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85DC5-4AA3-4A71-A4D9-EE657227AB95}" type="datetime1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7227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AE27A-AA59-4BB1-BCBE-4518F703C395}" type="datetime1">
              <a:rPr lang="th-TH" smtClean="0"/>
              <a:t>08/07/69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78" r="112"/>
          <a:stretch/>
        </p:blipFill>
        <p:spPr>
          <a:xfrm rot="20528334">
            <a:off x="6645294" y="-244359"/>
            <a:ext cx="394654" cy="7372223"/>
          </a:xfrm>
          <a:prstGeom prst="rect">
            <a:avLst/>
          </a:prstGeom>
        </p:spPr>
      </p:pic>
      <p:sp>
        <p:nvSpPr>
          <p:cNvPr id="8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 userDrawn="1"/>
        </p:nvSpPr>
        <p:spPr>
          <a:xfrm>
            <a:off x="453224" y="524786"/>
            <a:ext cx="11282901" cy="5748793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0" name="รูปภาพ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693" y="-27327"/>
            <a:ext cx="1620307" cy="6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0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รูปภาพ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8" y="0"/>
            <a:ext cx="12176242" cy="686688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9397-BD9E-4726-960E-63276BB473E8}" type="datetime1">
              <a:rPr lang="th-TH" smtClean="0"/>
              <a:t>08/07/69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877175" y="6356350"/>
            <a:ext cx="969904" cy="365125"/>
          </a:xfrm>
        </p:spPr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838200" y="3132666"/>
            <a:ext cx="6045200" cy="1122363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3510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รูปภาพ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" y="0"/>
            <a:ext cx="12176242" cy="68668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8933" y="3132666"/>
            <a:ext cx="6045200" cy="1122363"/>
          </a:xfrm>
        </p:spPr>
        <p:txBody>
          <a:bodyPr anchor="b">
            <a:noAutofit/>
          </a:bodyPr>
          <a:lstStyle>
            <a:lvl1pPr algn="r">
              <a:defRPr sz="4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5133" y="4629151"/>
            <a:ext cx="4699000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th-T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3403600" y="6356350"/>
            <a:ext cx="601133" cy="365125"/>
          </a:xfrm>
        </p:spPr>
        <p:txBody>
          <a:bodyPr/>
          <a:lstStyle/>
          <a:p>
            <a:fld id="{02BF7757-A871-4574-8623-609AA16FDAF6}" type="datetime1">
              <a:rPr lang="th-TH" smtClean="0"/>
              <a:t>08/07/69</a:t>
            </a:fld>
            <a:endParaRPr lang="th-TH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56350"/>
            <a:ext cx="4114800" cy="365125"/>
          </a:xfrm>
        </p:spPr>
        <p:txBody>
          <a:bodyPr/>
          <a:lstStyle/>
          <a:p>
            <a:r>
              <a:rPr lang="th-TH"/>
              <a:t>ชื่อหน่วยงาน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301256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13" r="29"/>
          <a:stretch/>
        </p:blipFill>
        <p:spPr>
          <a:xfrm rot="20528334">
            <a:off x="6644266" y="-250899"/>
            <a:ext cx="404660" cy="7377352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ectangle 9"/>
          <p:cNvSpPr/>
          <p:nvPr userDrawn="1"/>
        </p:nvSpPr>
        <p:spPr>
          <a:xfrm>
            <a:off x="453224" y="503520"/>
            <a:ext cx="11282901" cy="5917942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606" y="-414088"/>
            <a:ext cx="1371454" cy="1371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4267"/>
            <a:ext cx="10515600" cy="99642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5223C-0971-4429-9559-0A1E6761F75F}" type="datetime1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3716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13" r="29"/>
          <a:stretch/>
        </p:blipFill>
        <p:spPr>
          <a:xfrm rot="20528334">
            <a:off x="6644266" y="-250899"/>
            <a:ext cx="404660" cy="7377352"/>
          </a:xfrm>
          <a:prstGeom prst="rect">
            <a:avLst/>
          </a:prstGeom>
        </p:spPr>
      </p:pic>
      <p:sp>
        <p:nvSpPr>
          <p:cNvPr id="7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 userDrawn="1"/>
        </p:nvSpPr>
        <p:spPr>
          <a:xfrm>
            <a:off x="453224" y="503520"/>
            <a:ext cx="11282901" cy="5917942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606" y="-414088"/>
            <a:ext cx="1371454" cy="137145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C4BF-D5ED-4D57-836D-2F1167DC2A85}" type="datetime1">
              <a:rPr lang="th-TH" smtClean="0"/>
              <a:t>08/07/69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8721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78" r="112"/>
          <a:stretch/>
        </p:blipFill>
        <p:spPr>
          <a:xfrm rot="20528334">
            <a:off x="6645294" y="-244359"/>
            <a:ext cx="394654" cy="7372223"/>
          </a:xfrm>
          <a:prstGeom prst="rect">
            <a:avLst/>
          </a:prstGeom>
        </p:spPr>
      </p:pic>
      <p:sp>
        <p:nvSpPr>
          <p:cNvPr id="10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/>
          <p:cNvSpPr/>
          <p:nvPr userDrawn="1"/>
        </p:nvSpPr>
        <p:spPr>
          <a:xfrm>
            <a:off x="453224" y="524786"/>
            <a:ext cx="11282901" cy="5748793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2" name="รูปภาพ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693" y="-27327"/>
            <a:ext cx="1620307" cy="6375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4267"/>
            <a:ext cx="10515600" cy="99642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85DC5-4AA3-4A71-A4D9-EE657227AB95}" type="datetime1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80119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AE27A-AA59-4BB1-BCBE-4518F703C395}" type="datetime1">
              <a:rPr lang="th-TH" smtClean="0"/>
              <a:t>08/07/69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78" r="112"/>
          <a:stretch/>
        </p:blipFill>
        <p:spPr>
          <a:xfrm rot="20528334">
            <a:off x="6645294" y="-244359"/>
            <a:ext cx="394654" cy="7372223"/>
          </a:xfrm>
          <a:prstGeom prst="rect">
            <a:avLst/>
          </a:prstGeom>
        </p:spPr>
      </p:pic>
      <p:sp>
        <p:nvSpPr>
          <p:cNvPr id="8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 userDrawn="1"/>
        </p:nvSpPr>
        <p:spPr>
          <a:xfrm>
            <a:off x="453224" y="524786"/>
            <a:ext cx="11282901" cy="5748793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0" name="รูปภาพ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693" y="-27327"/>
            <a:ext cx="1620307" cy="6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635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รูปภาพ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8" y="0"/>
            <a:ext cx="12176242" cy="686688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9397-BD9E-4726-960E-63276BB473E8}" type="datetime1">
              <a:rPr lang="th-TH" smtClean="0"/>
              <a:t>08/07/69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877175" y="6356350"/>
            <a:ext cx="969904" cy="365125"/>
          </a:xfrm>
        </p:spPr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838200" y="3132666"/>
            <a:ext cx="6045200" cy="112236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216869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รูปภาพ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" y="0"/>
            <a:ext cx="12176242" cy="6866886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3403600" y="6356350"/>
            <a:ext cx="601133" cy="365125"/>
          </a:xfrm>
        </p:spPr>
        <p:txBody>
          <a:bodyPr/>
          <a:lstStyle/>
          <a:p>
            <a:fld id="{02BF7757-A871-4574-8623-609AA16FDAF6}" type="datetime1">
              <a:rPr lang="th-TH" smtClean="0"/>
              <a:t>08/07/69</a:t>
            </a:fld>
            <a:endParaRPr lang="th-TH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56350"/>
            <a:ext cx="4114800" cy="365125"/>
          </a:xfrm>
        </p:spPr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8933" y="3132666"/>
            <a:ext cx="6045200" cy="1122363"/>
          </a:xfrm>
        </p:spPr>
        <p:txBody>
          <a:bodyPr anchor="b">
            <a:noAutofit/>
          </a:bodyPr>
          <a:lstStyle>
            <a:lvl1pPr algn="r">
              <a:defRPr sz="4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5133" y="4629151"/>
            <a:ext cx="4699000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th-T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61011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13" r="29"/>
          <a:stretch/>
        </p:blipFill>
        <p:spPr>
          <a:xfrm rot="20528334">
            <a:off x="6644266" y="-250899"/>
            <a:ext cx="404660" cy="7377352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ectangle 9"/>
          <p:cNvSpPr/>
          <p:nvPr userDrawn="1"/>
        </p:nvSpPr>
        <p:spPr>
          <a:xfrm>
            <a:off x="453224" y="503520"/>
            <a:ext cx="11282901" cy="5917942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606" y="-414088"/>
            <a:ext cx="1371454" cy="1371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4267"/>
            <a:ext cx="10515600" cy="99642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5223C-0971-4429-9559-0A1E6761F75F}" type="datetime1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9496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13" r="29"/>
          <a:stretch/>
        </p:blipFill>
        <p:spPr>
          <a:xfrm rot="20528334">
            <a:off x="6644266" y="-250899"/>
            <a:ext cx="404660" cy="7377352"/>
          </a:xfrm>
          <a:prstGeom prst="rect">
            <a:avLst/>
          </a:prstGeom>
        </p:spPr>
      </p:pic>
      <p:sp>
        <p:nvSpPr>
          <p:cNvPr id="7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 userDrawn="1"/>
        </p:nvSpPr>
        <p:spPr>
          <a:xfrm>
            <a:off x="453224" y="503520"/>
            <a:ext cx="11282901" cy="5917942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606" y="-414088"/>
            <a:ext cx="1371454" cy="137145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C4BF-D5ED-4D57-836D-2F1167DC2A85}" type="datetime1">
              <a:rPr lang="th-TH" smtClean="0"/>
              <a:t>08/07/69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3817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78" r="112"/>
          <a:stretch/>
        </p:blipFill>
        <p:spPr>
          <a:xfrm rot="20528334">
            <a:off x="6645294" y="-244359"/>
            <a:ext cx="394654" cy="7372223"/>
          </a:xfrm>
          <a:prstGeom prst="rect">
            <a:avLst/>
          </a:prstGeom>
        </p:spPr>
      </p:pic>
      <p:sp>
        <p:nvSpPr>
          <p:cNvPr id="10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/>
          <p:cNvSpPr/>
          <p:nvPr userDrawn="1"/>
        </p:nvSpPr>
        <p:spPr>
          <a:xfrm>
            <a:off x="453224" y="524786"/>
            <a:ext cx="11282901" cy="5748793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2" name="รูปภาพ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693" y="-27327"/>
            <a:ext cx="1620307" cy="6375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4267"/>
            <a:ext cx="10515600" cy="99642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85DC5-4AA3-4A71-A4D9-EE657227AB95}" type="datetime1">
              <a:rPr lang="th-TH" smtClean="0"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60486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AE27A-AA59-4BB1-BCBE-4518F703C395}" type="datetime1">
              <a:rPr lang="th-TH" smtClean="0"/>
              <a:t>08/07/69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651" t="6078" r="112"/>
          <a:stretch/>
        </p:blipFill>
        <p:spPr>
          <a:xfrm rot="20528334">
            <a:off x="6645294" y="-244359"/>
            <a:ext cx="394654" cy="7372223"/>
          </a:xfrm>
          <a:prstGeom prst="rect">
            <a:avLst/>
          </a:prstGeom>
        </p:spPr>
      </p:pic>
      <p:sp>
        <p:nvSpPr>
          <p:cNvPr id="8" name="Rectangle 5"/>
          <p:cNvSpPr/>
          <p:nvPr userDrawn="1"/>
        </p:nvSpPr>
        <p:spPr>
          <a:xfrm>
            <a:off x="0" y="0"/>
            <a:ext cx="7612655" cy="6869017"/>
          </a:xfrm>
          <a:custGeom>
            <a:avLst/>
            <a:gdLst>
              <a:gd name="connsiteX0" fmla="*/ 0 w 6147412"/>
              <a:gd name="connsiteY0" fmla="*/ 0 h 6858000"/>
              <a:gd name="connsiteX1" fmla="*/ 6147412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6147412"/>
              <a:gd name="connsiteY0" fmla="*/ 0 h 6858000"/>
              <a:gd name="connsiteX1" fmla="*/ 5387248 w 6147412"/>
              <a:gd name="connsiteY1" fmla="*/ 0 h 6858000"/>
              <a:gd name="connsiteX2" fmla="*/ 6147412 w 6147412"/>
              <a:gd name="connsiteY2" fmla="*/ 6858000 h 6858000"/>
              <a:gd name="connsiteX3" fmla="*/ 0 w 6147412"/>
              <a:gd name="connsiteY3" fmla="*/ 6858000 h 6858000"/>
              <a:gd name="connsiteX4" fmla="*/ 0 w 6147412"/>
              <a:gd name="connsiteY4" fmla="*/ 0 h 6858000"/>
              <a:gd name="connsiteX0" fmla="*/ 0 w 7612655"/>
              <a:gd name="connsiteY0" fmla="*/ 0 h 6869017"/>
              <a:gd name="connsiteX1" fmla="*/ 5387248 w 7612655"/>
              <a:gd name="connsiteY1" fmla="*/ 0 h 6869017"/>
              <a:gd name="connsiteX2" fmla="*/ 7612655 w 7612655"/>
              <a:gd name="connsiteY2" fmla="*/ 6869017 h 6869017"/>
              <a:gd name="connsiteX3" fmla="*/ 0 w 7612655"/>
              <a:gd name="connsiteY3" fmla="*/ 6858000 h 6869017"/>
              <a:gd name="connsiteX4" fmla="*/ 0 w 7612655"/>
              <a:gd name="connsiteY4" fmla="*/ 0 h 6869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2655" h="6869017">
                <a:moveTo>
                  <a:pt x="0" y="0"/>
                </a:moveTo>
                <a:lnTo>
                  <a:pt x="5387248" y="0"/>
                </a:lnTo>
                <a:lnTo>
                  <a:pt x="7612655" y="686901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 userDrawn="1"/>
        </p:nvSpPr>
        <p:spPr>
          <a:xfrm>
            <a:off x="453224" y="524786"/>
            <a:ext cx="11282901" cy="5748793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0" name="รูปภาพ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693" y="-27327"/>
            <a:ext cx="1620307" cy="6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95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รูปภาพ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8" y="0"/>
            <a:ext cx="12176242" cy="686688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9397-BD9E-4726-960E-63276BB473E8}" type="datetime1">
              <a:rPr lang="th-TH" smtClean="0"/>
              <a:t>08/07/69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h-TH"/>
              <a:t>ชื่อหน่วยงาน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877175" y="6356350"/>
            <a:ext cx="969904" cy="365125"/>
          </a:xfrm>
        </p:spPr>
        <p:txBody>
          <a:bodyPr/>
          <a:lstStyle/>
          <a:p>
            <a:fld id="{28914835-0154-4653-B3C2-1E4EC46F769F}" type="slidenum">
              <a:rPr lang="th-TH" smtClean="0"/>
              <a:t>‹#›</a:t>
            </a:fld>
            <a:endParaRPr lang="th-TH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838200" y="3132666"/>
            <a:ext cx="6045200" cy="112236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23188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601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8C24240-06A9-4EE2-B66E-DE8546A84BB7}" type="datetime1">
              <a:rPr lang="th-TH" smtClean="0"/>
              <a:pPr/>
              <a:t>08/07/69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94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th-TH"/>
              <a:t>ชื่อหน่วยงาน</a:t>
            </a:r>
            <a:endParaRPr lang="th-T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8914835-0154-4653-B3C2-1E4EC46F769F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500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72" r:id="rId4"/>
    <p:sldLayoutId id="2147483673" r:id="rId5"/>
    <p:sldLayoutId id="214748367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601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TH Sarabun New" panose="020B0500040200020003" pitchFamily="34" charset="-34"/>
                <a:ea typeface="Tahoma" panose="020B0604030504040204" pitchFamily="34" charset="0"/>
                <a:cs typeface="TH Sarabun New" panose="020B0500040200020003" pitchFamily="34" charset="-34"/>
              </a:defRPr>
            </a:lvl1pPr>
          </a:lstStyle>
          <a:p>
            <a:fld id="{A8C24240-06A9-4EE2-B66E-DE8546A84BB7}" type="datetime1">
              <a:rPr lang="th-TH" smtClean="0"/>
              <a:pPr/>
              <a:t>08/07/69</a:t>
            </a:fld>
            <a:endParaRPr lang="th-T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94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TH Sarabun New" panose="020B0500040200020003" pitchFamily="34" charset="-34"/>
                <a:ea typeface="Tahoma" panose="020B0604030504040204" pitchFamily="34" charset="0"/>
                <a:cs typeface="TH Sarabun New" panose="020B0500040200020003" pitchFamily="34" charset="-34"/>
              </a:defRPr>
            </a:lvl1pPr>
          </a:lstStyle>
          <a:p>
            <a:r>
              <a:rPr lang="th-TH"/>
              <a:t>ชื่อหน่วยงาน</a:t>
            </a:r>
            <a:endParaRPr lang="th-T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TH Sarabun New" panose="020B0500040200020003" pitchFamily="34" charset="-34"/>
                <a:ea typeface="Tahoma" panose="020B0604030504040204" pitchFamily="34" charset="0"/>
                <a:cs typeface="TH Sarabun New" panose="020B0500040200020003" pitchFamily="34" charset="-34"/>
              </a:defRPr>
            </a:lvl1pPr>
          </a:lstStyle>
          <a:p>
            <a:fld id="{28914835-0154-4653-B3C2-1E4EC46F769F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6050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0" r:id="rId2"/>
    <p:sldLayoutId id="2147483691" r:id="rId3"/>
    <p:sldLayoutId id="2147483692" r:id="rId4"/>
    <p:sldLayoutId id="2147483693" r:id="rId5"/>
    <p:sldLayoutId id="214748369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chemeClr val="accent1">
              <a:lumMod val="50000"/>
            </a:schemeClr>
          </a:solidFill>
          <a:latin typeface="TH Sarabun New" panose="020B0500040200020003" pitchFamily="34" charset="-34"/>
          <a:ea typeface="Tahoma" panose="020B0604030504040204" pitchFamily="34" charset="0"/>
          <a:cs typeface="TH Sarabun New" panose="020B0500040200020003" pitchFamily="34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accent1">
              <a:lumMod val="50000"/>
            </a:schemeClr>
          </a:solidFill>
          <a:latin typeface="TH Sarabun New" panose="020B0500040200020003" pitchFamily="34" charset="-34"/>
          <a:ea typeface="Tahoma" panose="020B0604030504040204" pitchFamily="34" charset="0"/>
          <a:cs typeface="TH Sarabun New" panose="020B0500040200020003" pitchFamily="34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accent1">
              <a:lumMod val="50000"/>
            </a:schemeClr>
          </a:solidFill>
          <a:latin typeface="TH Sarabun New" panose="020B0500040200020003" pitchFamily="34" charset="-34"/>
          <a:ea typeface="Tahoma" panose="020B0604030504040204" pitchFamily="34" charset="0"/>
          <a:cs typeface="TH Sarabun New" panose="020B0500040200020003" pitchFamily="34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TH Sarabun New" panose="020B0500040200020003" pitchFamily="34" charset="-34"/>
          <a:ea typeface="Tahoma" panose="020B0604030504040204" pitchFamily="34" charset="0"/>
          <a:cs typeface="TH Sarabun New" panose="020B0500040200020003" pitchFamily="34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TH Sarabun New" panose="020B0500040200020003" pitchFamily="34" charset="-34"/>
          <a:ea typeface="Tahoma" panose="020B0604030504040204" pitchFamily="34" charset="0"/>
          <a:cs typeface="TH Sarabun New" panose="020B0500040200020003" pitchFamily="34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TH Sarabun New" panose="020B0500040200020003" pitchFamily="34" charset="-34"/>
          <a:ea typeface="Tahoma" panose="020B0604030504040204" pitchFamily="34" charset="0"/>
          <a:cs typeface="TH Sarabun New" panose="020B0500040200020003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601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B Heavent" panose="02000506060000020004" pitchFamily="2" charset="-34"/>
                <a:ea typeface="Tahoma" panose="020B0604030504040204" pitchFamily="34" charset="0"/>
                <a:cs typeface="DB Heavent" panose="02000506060000020004" pitchFamily="2" charset="-34"/>
              </a:defRPr>
            </a:lvl1pPr>
          </a:lstStyle>
          <a:p>
            <a:fld id="{A8C24240-06A9-4EE2-B66E-DE8546A84BB7}" type="datetime1">
              <a:rPr lang="th-TH" smtClean="0"/>
              <a:pPr/>
              <a:t>08/07/69</a:t>
            </a:fld>
            <a:endParaRPr lang="th-T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94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B Heavent" panose="02000506060000020004" pitchFamily="2" charset="-34"/>
                <a:ea typeface="Tahoma" panose="020B0604030504040204" pitchFamily="34" charset="0"/>
                <a:cs typeface="DB Heavent" panose="02000506060000020004" pitchFamily="2" charset="-34"/>
              </a:defRPr>
            </a:lvl1pPr>
          </a:lstStyle>
          <a:p>
            <a:r>
              <a:rPr lang="th-TH"/>
              <a:t>ชื่อหน่วยงาน</a:t>
            </a:r>
            <a:endParaRPr lang="th-T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DB Heavent" panose="02000506060000020004" pitchFamily="2" charset="-34"/>
                <a:ea typeface="Tahoma" panose="020B0604030504040204" pitchFamily="34" charset="0"/>
                <a:cs typeface="DB Heavent" panose="02000506060000020004" pitchFamily="2" charset="-34"/>
              </a:defRPr>
            </a:lvl1pPr>
          </a:lstStyle>
          <a:p>
            <a:fld id="{28914835-0154-4653-B3C2-1E4EC46F769F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8509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5" r:id="rId2"/>
    <p:sldLayoutId id="2147483696" r:id="rId3"/>
    <p:sldLayoutId id="2147483697" r:id="rId4"/>
    <p:sldLayoutId id="2147483698" r:id="rId5"/>
    <p:sldLayoutId id="2147483699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chemeClr val="accent1">
              <a:lumMod val="50000"/>
            </a:schemeClr>
          </a:solidFill>
          <a:latin typeface="DB Heavent" panose="02000506060000020004" pitchFamily="2" charset="-34"/>
          <a:ea typeface="Tahoma" panose="020B0604030504040204" pitchFamily="34" charset="0"/>
          <a:cs typeface="DB Heavent" panose="02000506060000020004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accent1">
              <a:lumMod val="50000"/>
            </a:schemeClr>
          </a:solidFill>
          <a:latin typeface="DB Heavent" panose="02000506060000020004" pitchFamily="2" charset="-34"/>
          <a:ea typeface="Tahoma" panose="020B0604030504040204" pitchFamily="34" charset="0"/>
          <a:cs typeface="DB Heavent" panose="02000506060000020004" pitchFamily="2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accent1">
              <a:lumMod val="50000"/>
            </a:schemeClr>
          </a:solidFill>
          <a:latin typeface="DB Heavent" panose="02000506060000020004" pitchFamily="2" charset="-34"/>
          <a:ea typeface="Tahoma" panose="020B0604030504040204" pitchFamily="34" charset="0"/>
          <a:cs typeface="DB Heavent" panose="02000506060000020004" pitchFamily="2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DB Heavent" panose="02000506060000020004" pitchFamily="2" charset="-34"/>
          <a:ea typeface="Tahoma" panose="020B0604030504040204" pitchFamily="34" charset="0"/>
          <a:cs typeface="DB Heavent" panose="02000506060000020004" pitchFamily="2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DB Heavent" panose="02000506060000020004" pitchFamily="2" charset="-34"/>
          <a:ea typeface="Tahoma" panose="020B0604030504040204" pitchFamily="34" charset="0"/>
          <a:cs typeface="DB Heavent" panose="02000506060000020004" pitchFamily="2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DB Heavent" panose="02000506060000020004" pitchFamily="2" charset="-34"/>
          <a:ea typeface="Tahoma" panose="020B0604030504040204" pitchFamily="34" charset="0"/>
          <a:cs typeface="DB Heavent" panose="02000506060000020004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8933" y="2762026"/>
            <a:ext cx="6045200" cy="1333948"/>
          </a:xfrm>
        </p:spPr>
        <p:txBody>
          <a:bodyPr>
            <a:normAutofit/>
          </a:bodyPr>
          <a:lstStyle/>
          <a:p>
            <a:r>
              <a:rPr lang="th-TH" sz="4000" b="1" dirty="0">
                <a:latin typeface="DB Heavent" panose="02000506060000020004" pitchFamily="2" charset="-34"/>
                <a:cs typeface="DB Heavent" panose="02000506060000020004" pitchFamily="2" charset="-34"/>
              </a:rPr>
              <a:t>รายงานการฝึกงาน</a:t>
            </a:r>
            <a:br>
              <a:rPr lang="th-TH" sz="3200" b="1" dirty="0">
                <a:latin typeface="DB Heavent" panose="02000506060000020004" pitchFamily="2" charset="-34"/>
                <a:cs typeface="DB Heavent" panose="02000506060000020004" pitchFamily="2" charset="-34"/>
              </a:rPr>
            </a:br>
            <a:r>
              <a:rPr lang="th-TH" sz="2400" b="1" dirty="0">
                <a:latin typeface="DB Heavent" panose="02000506060000020004" pitchFamily="2" charset="-34"/>
                <a:cs typeface="DB Heavent" panose="02000506060000020004" pitchFamily="2" charset="-34"/>
              </a:rPr>
              <a:t>แผนกบำรุงรักษาอาคารและบริเวณ กองบริหาร </a:t>
            </a:r>
            <a:br>
              <a:rPr lang="th-TH" sz="2400" b="1" dirty="0">
                <a:latin typeface="DB Heavent" panose="02000506060000020004" pitchFamily="2" charset="-34"/>
                <a:cs typeface="DB Heavent" panose="02000506060000020004" pitchFamily="2" charset="-34"/>
              </a:rPr>
            </a:br>
            <a:r>
              <a:rPr lang="th-TH" sz="2400" b="1" dirty="0">
                <a:latin typeface="DB Heavent" panose="02000506060000020004" pitchFamily="2" charset="-34"/>
                <a:cs typeface="DB Heavent" panose="02000506060000020004" pitchFamily="2" charset="-34"/>
              </a:rPr>
              <a:t>การไฟฟ้าฝ่ายผลิตแห่งประเทศไทย สำนักงานไทรน้อย</a:t>
            </a:r>
            <a:endParaRPr lang="th-TH" sz="3200" b="1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5133" y="5222248"/>
            <a:ext cx="4699000" cy="959886"/>
          </a:xfrm>
        </p:spPr>
        <p:txBody>
          <a:bodyPr>
            <a:normAutofit/>
          </a:bodyPr>
          <a:lstStyle/>
          <a:p>
            <a:r>
              <a:rPr lang="th-TH" dirty="0">
                <a:solidFill>
                  <a:srgbClr val="1F4E79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ชื่อ</a:t>
            </a:r>
            <a:r>
              <a:rPr lang="en-US" dirty="0">
                <a:solidFill>
                  <a:srgbClr val="1F4E79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 – </a:t>
            </a:r>
            <a:r>
              <a:rPr lang="th-TH" dirty="0">
                <a:solidFill>
                  <a:srgbClr val="1F4E79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สกุล (ชื่อเล่น)</a:t>
            </a:r>
            <a:br>
              <a:rPr lang="th-TH" dirty="0">
                <a:solidFill>
                  <a:srgbClr val="1F4E79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</a:br>
            <a:r>
              <a:rPr lang="th-TH" dirty="0">
                <a:solidFill>
                  <a:srgbClr val="1F4E79"/>
                </a:solidFill>
                <a:latin typeface="DB Heavent" panose="02000506060000020004" pitchFamily="2" charset="-34"/>
                <a:cs typeface="DB Heavent" panose="02000506060000020004" pitchFamily="2" charset="-34"/>
              </a:rPr>
              <a:t>สถานศึกษา</a:t>
            </a:r>
          </a:p>
        </p:txBody>
      </p:sp>
    </p:spTree>
    <p:extLst>
      <p:ext uri="{BB962C8B-B14F-4D97-AF65-F5344CB8AC3E}">
        <p14:creationId xmlns:p14="http://schemas.microsoft.com/office/powerpoint/2010/main" val="176694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10292"/>
            <a:ext cx="10515600" cy="996421"/>
          </a:xfrm>
        </p:spPr>
        <p:txBody>
          <a:bodyPr>
            <a:normAutofit/>
          </a:bodyPr>
          <a:lstStyle/>
          <a:p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บันทึกการฝึกงาน</a:t>
            </a:r>
            <a:endParaRPr b="1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0186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5FEEB-7BF2-0609-E8BE-A145FFF2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A388-AE94-B6BD-EA15-BB3DCECBC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0292"/>
            <a:ext cx="10515600" cy="996421"/>
          </a:xfrm>
        </p:spPr>
        <p:txBody>
          <a:bodyPr>
            <a:normAutofit/>
          </a:bodyPr>
          <a:lstStyle/>
          <a:p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บันทึกการฝึกงาน</a:t>
            </a:r>
            <a:endParaRPr b="1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37192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5C060-DBC5-8966-7C90-50ED495A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11A4-CBFF-7EC9-C774-A2EA4319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0292"/>
            <a:ext cx="10515600" cy="996421"/>
          </a:xfrm>
        </p:spPr>
        <p:txBody>
          <a:bodyPr>
            <a:normAutofit/>
          </a:bodyPr>
          <a:lstStyle/>
          <a:p>
            <a:r>
              <a:rPr lang="th-TH" b="1" dirty="0">
                <a:latin typeface="DB Heavent" panose="02000506060000020004" pitchFamily="2" charset="-34"/>
                <a:cs typeface="DB Heavent" panose="02000506060000020004" pitchFamily="2" charset="-34"/>
              </a:rPr>
              <a:t>บันทึกการฝึกงาน</a:t>
            </a:r>
            <a:endParaRPr b="1" dirty="0">
              <a:latin typeface="DB Heavent" panose="02000506060000020004" pitchFamily="2" charset="-34"/>
              <a:cs typeface="DB Heavent" panose="0200050606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65852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4211E-D6DF-4BA7-8641-6AD64410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14835-0154-4653-B3C2-1E4EC46F769F}" type="slidenum">
              <a:rPr lang="th-TH" smtClean="0"/>
              <a:t>5</a:t>
            </a:fld>
            <a:endParaRPr lang="th-TH"/>
          </a:p>
        </p:txBody>
      </p:sp>
      <p:pic>
        <p:nvPicPr>
          <p:cNvPr id="11" name="Picture 10" descr="Cartoon character waving with black background&#10;&#10;Description automatically generated">
            <a:extLst>
              <a:ext uri="{FF2B5EF4-FFF2-40B4-BE49-F238E27FC236}">
                <a16:creationId xmlns:a16="http://schemas.microsoft.com/office/drawing/2014/main" id="{4F1C8114-0DA4-4958-9370-F365CAFAA9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145" y="363620"/>
            <a:ext cx="4273825" cy="4273825"/>
          </a:xfrm>
          <a:prstGeom prst="rect">
            <a:avLst/>
          </a:prstGeom>
        </p:spPr>
      </p:pic>
      <p:pic>
        <p:nvPicPr>
          <p:cNvPr id="12" name="Content Placeholder 6" descr="A white letter on a green red black and purple striped background&#10;&#10;Description automatically generated">
            <a:extLst>
              <a:ext uri="{FF2B5EF4-FFF2-40B4-BE49-F238E27FC236}">
                <a16:creationId xmlns:a16="http://schemas.microsoft.com/office/drawing/2014/main" id="{D7274BD8-DC87-4E2F-932C-7141DDB9A1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165" y="4944681"/>
            <a:ext cx="5291667" cy="127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40968"/>
      </p:ext>
    </p:extLst>
  </p:cSld>
  <p:clrMapOvr>
    <a:masterClrMapping/>
  </p:clrMapOvr>
</p:sld>
</file>

<file path=ppt/theme/theme1.xml><?xml version="1.0" encoding="utf-8"?>
<a:theme xmlns:a="http://schemas.openxmlformats.org/drawingml/2006/main" name="Tahoma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 Sarabun New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B Heaven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5644</TotalTime>
  <Words>45</Words>
  <Application>Microsoft Office PowerPoint</Application>
  <PresentationFormat>Widescreen</PresentationFormat>
  <Paragraphs>10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DB Heavent</vt:lpstr>
      <vt:lpstr>Tahoma</vt:lpstr>
      <vt:lpstr>TH Sarabun New</vt:lpstr>
      <vt:lpstr>Tahoma Theme</vt:lpstr>
      <vt:lpstr>TH Sarabun New Theme</vt:lpstr>
      <vt:lpstr>DB Heavent Theme</vt:lpstr>
      <vt:lpstr>รายงานการฝึกงาน แผนกบำรุงรักษาอาคารและบริเวณ กองบริหาร  การไฟฟ้าฝ่ายผลิตแห่งประเทศไทย สำนักงานไทรน้อย</vt:lpstr>
      <vt:lpstr>บันทึกการฝึกงาน</vt:lpstr>
      <vt:lpstr>บันทึกการฝึกงาน</vt:lpstr>
      <vt:lpstr>บันทึกการฝึกงาน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EGAT</dc:creator>
  <cp:lastModifiedBy>Tuangphet Chaiyanon</cp:lastModifiedBy>
  <cp:revision>169</cp:revision>
  <cp:lastPrinted>2025-10-20T06:34:22Z</cp:lastPrinted>
  <dcterms:created xsi:type="dcterms:W3CDTF">2023-05-16T07:35:17Z</dcterms:created>
  <dcterms:modified xsi:type="dcterms:W3CDTF">2026-07-08T06:30:35Z</dcterms:modified>
</cp:coreProperties>
</file>